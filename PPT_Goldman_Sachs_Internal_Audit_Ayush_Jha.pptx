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Goldman Sachs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Audit Job Simulation</a:t>
            </a:r>
          </a:p>
          <a:p>
            <a:r>
              <a:t>Forage Virtual Experience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Name: Ayush Jha</a:t>
            </a:r>
          </a:p>
          <a:p>
            <a:pPr>
              <a:defRPr sz="2200"/>
            </a:pPr>
            <a:r>
              <a:t>Program: Internal Audit Job Simulation</a:t>
            </a:r>
          </a:p>
          <a:p>
            <a:pPr>
              <a:defRPr sz="2200"/>
            </a:pPr>
            <a:r>
              <a:t>Platform: Forage</a:t>
            </a:r>
          </a:p>
          <a:p>
            <a:pPr>
              <a:defRPr sz="2200"/>
            </a:pPr>
            <a:r>
              <a:t>Completion: September 20,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Practical exposure to internal audit concepts and risk assessment in a Global Banking &amp; Markets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Foundations of Internal Audit</a:t>
            </a:r>
          </a:p>
          <a:p>
            <a:pPr>
              <a:defRPr sz="2200"/>
            </a:pPr>
            <a:r>
              <a:t>• Risk Assessment in Global Banking &amp; Markets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Internal Audit foundations</a:t>
            </a:r>
          </a:p>
          <a:p>
            <a:pPr>
              <a:defRPr sz="2200"/>
            </a:pPr>
            <a:r>
              <a:t>• Risk assessment</a:t>
            </a:r>
          </a:p>
          <a:p>
            <a:pPr>
              <a:defRPr sz="2200"/>
            </a:pPr>
            <a:r>
              <a:t>• Control-oriented thinking</a:t>
            </a:r>
          </a:p>
          <a:p>
            <a:pPr>
              <a:defRPr sz="2200"/>
            </a:pPr>
            <a:r>
              <a:t>• Professional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Developed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Internal Audit • Risk Assessment • Compliance Awareness • Operational Risk • Audit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structured virtual experience providing practical exposure to foundational internal audit and risk assessment activities.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